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Free-Tier Requests Allowed Per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Requests / Day (Free Tier)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Groq (LLM)</c:v>
                  </c:pt>
                  <c:pt idx="1">
                    <c:v>NewsAPI.org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14400</c:v>
                </c:pt>
                <c:pt idx="1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1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Issues Resolved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Issues Resolved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Setup &amp; Syntax</c:v>
                  </c:pt>
                  <c:pt idx="1">
                    <c:v>API / Model Mismatches</c:v>
                  </c:pt>
                  <c:pt idx="2">
                    <c:v>Security Fixes</c:v>
                  </c:pt>
                  <c:pt idx="3">
                    <c:v>Network Errors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1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rleenkaur51111/news-research-tool" TargetMode="External"/><Relationship Id="rId1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image" Target="../media/image-11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02D6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F2A93B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1049274"/>
            <a:ext cx="553212" cy="553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774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EQUITY RESEARCH NEWS TOOL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News Search &amp; Summarization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 •  Built with Streamlit, LangChain, Groq &amp; NewsAPI.org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6035040"/>
            <a:ext cx="502920" cy="32004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1463040" y="5989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do — and where it landed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9047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web app that lets a user type a company, ticker, or topic and instantly receive an AI-generated summary of the latest related news — built for fast equity research.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1518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5059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fetches live articles from NewsAPI.org, then feeds them through a Groq-hosted LLM via LangChain to produce a concise, readable summary.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7530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1071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of the original build plan was completed end-to-end: setup, configuration, interface, integration, testing, documentation — plus every optional enhancement.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0" y="155448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F3F6FD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1828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635240" y="2395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phases completed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35240" y="29077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63524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enhancements shipped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35240" y="398678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635240" y="45537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integrated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35240" y="506577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635240" y="56327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(free tiers only)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News Tool  |  Project Report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pipeline from query to summary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331720" cy="30175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14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246888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6746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66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Query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company, ticker,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topic in Streamlit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388" y="3493008"/>
            <a:ext cx="329184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20440" y="2148840"/>
            <a:ext cx="2331720" cy="30175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14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29100" y="246888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6746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0" y="3566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NewsAPI.org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657600" y="406908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the latest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news articles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3493008"/>
            <a:ext cx="329184" cy="32918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55080" y="2148840"/>
            <a:ext cx="2331720" cy="30175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140">
                <a:alpha val="1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63740" y="2468880"/>
            <a:ext cx="914400" cy="91440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674620"/>
            <a:ext cx="502920" cy="5029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92240" y="3566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+ LangChain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492240" y="406908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articles via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openai/gpt-oss-20b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3668" y="3493008"/>
            <a:ext cx="329184" cy="32918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89720" y="2148840"/>
            <a:ext cx="2331720" cy="30175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140">
                <a:alpha val="1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898380" y="246888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4120" y="2674620"/>
            <a:ext cx="502920" cy="5029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326880" y="35661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Output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9326880" y="406908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summary,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savable &amp; downloadable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News Tool  |  Project Report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application,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848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928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whole application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0848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8928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2743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interface, no HTML/CSS needed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192024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0848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0" y="189280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274320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prompts and the LLM chain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38912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55371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36168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(LLM)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77240" y="52120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free-tier hosted summarization model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4160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38912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455371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436168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NewsAPI.org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17720" y="52120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news article search and retrieval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4160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3F6FD"/>
          </a:solidFill>
          <a:ln/>
        </p:spPr>
      </p:sp>
      <p:sp>
        <p:nvSpPr>
          <p:cNvPr id="30" name="Shape 23"/>
          <p:cNvSpPr/>
          <p:nvPr/>
        </p:nvSpPr>
        <p:spPr>
          <a:xfrm>
            <a:off x="8458200" y="438912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4553712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26880" y="436168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458200" y="52120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public repository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News Tool  |  Project Report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phases, completed in sequence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17320" y="3794760"/>
            <a:ext cx="93268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3108960"/>
            <a:ext cx="0" cy="484632"/>
          </a:xfrm>
          <a:prstGeom prst="line">
            <a:avLst/>
          </a:prstGeom>
          <a:noFill/>
          <a:ln w="25400">
            <a:solidFill>
              <a:srgbClr val="9FB3E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9385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39572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venv, and all libraries installed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1216152" y="359359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3593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82696" y="3995928"/>
            <a:ext cx="0" cy="301752"/>
          </a:xfrm>
          <a:prstGeom prst="line">
            <a:avLst/>
          </a:prstGeom>
          <a:noFill/>
          <a:ln w="25400">
            <a:solidFill>
              <a:srgbClr val="9FB3E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368296" y="42976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4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59736" y="44074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Config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59736" y="486460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&amp; LLM connection built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3081528" y="359359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1528" y="3593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48072" y="3108960"/>
            <a:ext cx="0" cy="484632"/>
          </a:xfrm>
          <a:prstGeom prst="line">
            <a:avLst/>
          </a:prstGeom>
          <a:noFill/>
          <a:ln w="25400">
            <a:solidFill>
              <a:srgbClr val="9FB3E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233672" y="182880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4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25112" y="19385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Interface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25112" y="239572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box and results UI created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4946904" y="359359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6904" y="3593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13448" y="3995928"/>
            <a:ext cx="0" cy="301752"/>
          </a:xfrm>
          <a:prstGeom prst="line">
            <a:avLst/>
          </a:prstGeom>
          <a:noFill/>
          <a:ln w="25400">
            <a:solidFill>
              <a:srgbClr val="9FB3E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099048" y="42976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4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90488" y="44074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NewsAPI Integration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90488" y="486460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article fetch + AI summarization wired up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6812280" y="359359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593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78824" y="3108960"/>
            <a:ext cx="0" cy="484632"/>
          </a:xfrm>
          <a:prstGeom prst="line">
            <a:avLst/>
          </a:prstGeom>
          <a:noFill/>
          <a:ln w="25400">
            <a:solidFill>
              <a:srgbClr val="9FB3E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964424" y="182880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4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055864" y="19385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55864" y="239572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query types verified for reliability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677656" y="359359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77656" y="3593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744200" y="3995928"/>
            <a:ext cx="0" cy="301752"/>
          </a:xfrm>
          <a:prstGeom prst="line">
            <a:avLst/>
          </a:prstGeom>
          <a:noFill/>
          <a:ln w="25400">
            <a:solidFill>
              <a:srgbClr val="9FB3E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9829800" y="42976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4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921240" y="44074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921240" y="486460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7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requirements.txt, code comments finalized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10543032" y="359359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43032" y="3593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News Tool  |  Project Report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Free-Tier Resource Capacity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APIs run entirely on free tiers — zero cost to build or demo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554480"/>
            <a:ext cx="4343400" cy="4480560"/>
          </a:xfrm>
          <a:prstGeom prst="roundRect">
            <a:avLst>
              <a:gd name="adj" fmla="val 2526"/>
            </a:avLst>
          </a:prstGeom>
          <a:solidFill>
            <a:srgbClr val="F3F6FD"/>
          </a:solidFill>
          <a:ln/>
        </p:spPr>
      </p:sp>
      <p:sp>
        <p:nvSpPr>
          <p:cNvPr id="6" name="Text 3"/>
          <p:cNvSpPr/>
          <p:nvPr/>
        </p:nvSpPr>
        <p:spPr>
          <a:xfrm>
            <a:off x="7589520" y="1828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min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89520" y="2331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requests-per-minute limit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0" y="32461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openai/gpt-oss-20b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8952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 for summarization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0" y="4663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card required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589520" y="5166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free tiers need no billing info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News Tool  |  Project Report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finished app can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9576" y="2011680"/>
            <a:ext cx="822960" cy="82296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4742" y="219684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News Search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74904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any company, ticker, or topic and pull today's related articles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4640" y="16916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65576" y="2011680"/>
            <a:ext cx="822960" cy="82296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742" y="219684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30632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Summarization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971800" y="374904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condenses multiple articles into one clear summary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120640" y="16916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51576" y="2011680"/>
            <a:ext cx="822960" cy="82296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742" y="219684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30632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Login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257800" y="374904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gate protects the app before any query can run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406640" y="16916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37576" y="2011680"/>
            <a:ext cx="822960" cy="82296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742" y="2196846"/>
            <a:ext cx="452628" cy="4526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30632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History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543800" y="374904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keeps every summary from the current session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92640" y="16916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14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23576" y="2011680"/>
            <a:ext cx="822960" cy="82296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8742" y="2196846"/>
            <a:ext cx="452628" cy="4526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9800" y="306324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Summaries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829800" y="3749040"/>
            <a:ext cx="1810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download of any summary as a text file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News Tool  |  Project Report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Problem-Solving Along the 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issues hit and resolved during development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55448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F3F6FD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Deprecated model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26680" y="2194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llama-3.3-70b for openai/gpt-oss-20b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266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API service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26680" y="35661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code from newsapi.ai to newsapi.org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2668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Exposed key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26680" y="4937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 Groq key twice, purged Git history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News Tool  |  Project Report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Best Practices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secrets and access were protected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01952"/>
            <a:ext cx="640080" cy="64008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2045970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1051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.env for Secrets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937760" y="18105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passwords kept out of source code, loaded via environment variables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5292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017520"/>
            <a:ext cx="640080" cy="64008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58" y="316153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9260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.gitignore Rules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937760" y="292608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venv/, __pycache__/, and .env explicitly excluded from every commit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68496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133088"/>
            <a:ext cx="640080" cy="64008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" y="4277106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416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Git History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937760" y="4041648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history rebuilt from scratch after a key was briefly tracked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084064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248656"/>
            <a:ext cx="640080" cy="640080"/>
          </a:xfrm>
          <a:prstGeom prst="ellipse">
            <a:avLst/>
          </a:prstGeom>
          <a:solidFill>
            <a:srgbClr val="CADCFC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58" y="5392674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157216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Push Protection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937760" y="5157216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Secret-scanning caught a leaked key before it ever reached a public repo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News Tool  |  Project Report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 of the project at handoff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phases complete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41B47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011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17720" y="2880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enhancements added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41B47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2011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458200" y="2880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queries run across edge cases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41B4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97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77240" y="5166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final GitHub repository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4114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41B47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4297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17720" y="5166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rotations for security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4114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41B47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4297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458200" y="51663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spend, free tiers only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News Tool  |  Project Report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Repository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version-controlled, and ready to share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4343400"/>
          </a:xfrm>
          <a:prstGeom prst="roundRect">
            <a:avLst>
              <a:gd name="adj" fmla="val 2526"/>
            </a:avLst>
          </a:prstGeom>
          <a:solidFill>
            <a:srgbClr val="F3F6F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" y="215112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11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800" dirty="0"/>
          </a:p>
        </p:txBody>
      </p:sp>
      <p:sp>
        <p:nvSpPr>
          <p:cNvPr id="8" name="Text 5">
            <a:hlinkClick r:id="rId2" tooltip=""/>
          </p:cNvPr>
          <p:cNvSpPr/>
          <p:nvPr/>
        </p:nvSpPr>
        <p:spPr>
          <a:xfrm>
            <a:off x="1828800" y="2423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github.com/harleenkaur51111/news-research-tool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3639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03580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commit history with no exposed secrets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581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6576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full setup, usage, and feature documentation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79976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427939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for one-command environment recreation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01768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0118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protecting venv, cache, and .env from tracking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7589520" y="1691640"/>
            <a:ext cx="4023360" cy="434340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18" name="Text 11"/>
          <p:cNvSpPr/>
          <p:nvPr/>
        </p:nvSpPr>
        <p:spPr>
          <a:xfrm>
            <a:off x="7909560" y="1920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Locally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7909560" y="2514600"/>
            <a:ext cx="320040" cy="3200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3"/>
          <p:cNvSpPr/>
          <p:nvPr/>
        </p:nvSpPr>
        <p:spPr>
          <a:xfrm>
            <a:off x="790956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366760" y="2468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7909560" y="3429000"/>
            <a:ext cx="320040" cy="3200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16"/>
          <p:cNvSpPr/>
          <p:nvPr/>
        </p:nvSpPr>
        <p:spPr>
          <a:xfrm>
            <a:off x="790956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8366760" y="3383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GROQ_API_KEY, NEWSAPI_KEY,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APP_PASSWORD to .env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7909560" y="4343400"/>
            <a:ext cx="320040" cy="3200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19"/>
          <p:cNvSpPr/>
          <p:nvPr/>
        </p:nvSpPr>
        <p:spPr>
          <a:xfrm>
            <a:off x="790956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366760" y="42976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News Tool  |  Project Report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5166360" y="1188720"/>
            <a:ext cx="1097280" cy="1097280"/>
          </a:xfrm>
          <a:prstGeom prst="ellipse">
            <a:avLst/>
          </a:prstGeom>
          <a:solidFill>
            <a:srgbClr val="141B47"/>
          </a:solidFill>
          <a:ln/>
          <a:effectLst>
            <a:outerShdw sx="100000" sy="100000" kx="0" ky="0" algn="bl" rotWithShape="0" blurRad="76200" dist="38100" dir="5400000">
              <a:srgbClr val="1A214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5816" y="140817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Complete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508760" y="35204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debugged, tested, documented, secured, and deployed —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tool ready for a portfolio.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github.com/harleenkaur51111/news-research-tool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 News Tool  |  Project Report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2026-09-13T13:14:20Z</dcterms:created>
  <dcterms:modified xsi:type="dcterms:W3CDTF">2026-09-13T13:14:20Z</dcterms:modified>
</cp:coreProperties>
</file>